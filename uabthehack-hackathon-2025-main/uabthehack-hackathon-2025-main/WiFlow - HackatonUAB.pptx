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1a4e6e02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1a4e6e02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1a4e6e022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1a4e6e02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1a4e6e0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1a4e6e0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1a4e6e02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1a4e6e02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a4e6e022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a4e6e022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9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gjje5-aFr0QgrlbiwV32Dgm1_ikypNAy/view" TargetMode="External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6.pn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4004" l="1758" r="0" t="13083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235850" y="181421"/>
            <a:ext cx="2385900" cy="883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WiFlow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472225" y="4448925"/>
            <a:ext cx="4450800" cy="5043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Presentat per:</a:t>
            </a:r>
            <a:r>
              <a:rPr lang="es">
                <a:solidFill>
                  <a:schemeClr val="lt1"/>
                </a:solidFill>
              </a:rPr>
              <a:t> Bal</a:t>
            </a:r>
            <a:r>
              <a:rPr lang="es">
                <a:solidFill>
                  <a:schemeClr val="lt1"/>
                </a:solidFill>
              </a:rPr>
              <a:t>sa Botín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detectat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9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">
                <a:solidFill>
                  <a:schemeClr val="dk1"/>
                </a:solidFill>
              </a:rPr>
              <a:t>Anàlisi d’afluència de la xarxa</a:t>
            </a:r>
            <a:r>
              <a:rPr lang="es">
                <a:solidFill>
                  <a:schemeClr val="dk1"/>
                </a:solidFill>
              </a:rPr>
              <a:t> entre els principals edificis de la UAB.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Dibujado a mano ilustración multitud de personas caminando | Vector gratuito"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070" y="2435750"/>
            <a:ext cx="3001952" cy="19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971" y="2435750"/>
            <a:ext cx="3556775" cy="199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Representació de l’exercici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18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Representació com a un graf dirigit.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Nodes: Edificis.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Arestes: Connexions.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Ponderacions: Nombre de persones que van d’un punt a </a:t>
            </a:r>
            <a:r>
              <a:rPr lang="es">
                <a:solidFill>
                  <a:schemeClr val="dk1"/>
                </a:solidFill>
              </a:rPr>
              <a:t>un altre</a:t>
            </a:r>
            <a:r>
              <a:rPr lang="e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995" y="3084603"/>
            <a:ext cx="5042018" cy="18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061475"/>
            <a:ext cx="8520600" cy="27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Edificis principals: Facultats, Escola d’Enginyeria i Escola de Doctorat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Mostra d’anàlisi: Una setmana lectiva del campus (del 6 </a:t>
            </a:r>
            <a:r>
              <a:rPr lang="es">
                <a:solidFill>
                  <a:schemeClr val="dk1"/>
                </a:solidFill>
              </a:rPr>
              <a:t>al</a:t>
            </a:r>
            <a:r>
              <a:rPr lang="es">
                <a:solidFill>
                  <a:schemeClr val="dk1"/>
                </a:solidFill>
              </a:rPr>
              <a:t> 12 d’abril de 2025)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Camps del json: Associated_device_name, macaddr i timestamp (tret del nom de l’arxiu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Dades analitzades</a:t>
            </a:r>
            <a:endParaRPr/>
          </a:p>
        </p:txBody>
      </p:sp>
      <p:pic>
        <p:nvPicPr>
          <p:cNvPr descr="Diseño vectorial de silueta de edificios: vector de stock (libre de  regalías) 1427894798 | Shutterstock" id="78" name="Google Shape;78;p16"/>
          <p:cNvPicPr preferRelativeResize="0"/>
          <p:nvPr/>
        </p:nvPicPr>
        <p:blipFill rotWithShape="1">
          <a:blip r:embed="rId3">
            <a:alphaModFix/>
          </a:blip>
          <a:srcRect b="9608" l="0" r="0" t="0"/>
          <a:stretch/>
        </p:blipFill>
        <p:spPr>
          <a:xfrm>
            <a:off x="1071375" y="3775575"/>
            <a:ext cx="1966578" cy="121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021" y="3819325"/>
            <a:ext cx="2062103" cy="121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lustración del concepto de análisis | Vector Premium"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2833" y="3775575"/>
            <a:ext cx="1218325" cy="12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Vídeo demostració</a:t>
            </a:r>
            <a:endParaRPr/>
          </a:p>
        </p:txBody>
      </p:sp>
      <p:pic>
        <p:nvPicPr>
          <p:cNvPr id="86" name="Google Shape;86;p17" title="movimientosWiFlow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6263" y="1092275"/>
            <a:ext cx="573146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Resultats i possibles solucions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5366100" cy="38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</a:rPr>
              <a:t>Rutes més freqüents en </a:t>
            </a:r>
            <a:r>
              <a:rPr lang="es" sz="1400">
                <a:solidFill>
                  <a:srgbClr val="000000"/>
                </a:solidFill>
              </a:rPr>
              <a:t>franges</a:t>
            </a:r>
            <a:r>
              <a:rPr lang="es" sz="1400">
                <a:solidFill>
                  <a:srgbClr val="000000"/>
                </a:solidFill>
              </a:rPr>
              <a:t> horàries concretes.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</a:rPr>
              <a:t>Això ens ajuda a </a:t>
            </a:r>
            <a:r>
              <a:rPr lang="es" sz="1400">
                <a:solidFill>
                  <a:srgbClr val="000000"/>
                </a:solidFill>
              </a:rPr>
              <a:t>preveure </a:t>
            </a:r>
            <a:r>
              <a:rPr lang="es" sz="1400">
                <a:solidFill>
                  <a:srgbClr val="000000"/>
                </a:solidFill>
              </a:rPr>
              <a:t>quins routers </a:t>
            </a:r>
            <a:r>
              <a:rPr lang="es" sz="1400">
                <a:solidFill>
                  <a:srgbClr val="000000"/>
                </a:solidFill>
              </a:rPr>
              <a:t>necessiten</a:t>
            </a:r>
            <a:r>
              <a:rPr lang="es" sz="1400">
                <a:solidFill>
                  <a:srgbClr val="000000"/>
                </a:solidFill>
              </a:rPr>
              <a:t> més suport a hores concretes.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s" sz="1400">
                <a:solidFill>
                  <a:srgbClr val="000000"/>
                </a:solidFill>
              </a:rPr>
              <a:t>Balancejar la càrrega millorant la capacitat dels routers que sabem que seran més utilitzats de manera dinàmica.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s" sz="1400">
                <a:solidFill>
                  <a:srgbClr val="000000"/>
                </a:solidFill>
              </a:rPr>
              <a:t>Treure patrons de comportaments dels estudiants per adaptar la infraestructura a les necessitats futures.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s" sz="1400">
                <a:solidFill>
                  <a:srgbClr val="000000"/>
                </a:solidFill>
              </a:rPr>
              <a:t>A més d’altres aplicacions: mobilitat al campus, seguretat i evacuacions, eficiència i evasió de massificacions, etc.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descr="Balancear: Más de 228,416 ilustraciones y dibujos de stock con licencia  libres de regalías | Shutterstock" id="93" name="Google Shape;93;p18"/>
          <p:cNvPicPr preferRelativeResize="0"/>
          <p:nvPr/>
        </p:nvPicPr>
        <p:blipFill rotWithShape="1">
          <a:blip r:embed="rId3">
            <a:alphaModFix/>
          </a:blip>
          <a:srcRect b="16570" l="0" r="0" t="18649"/>
          <a:stretch/>
        </p:blipFill>
        <p:spPr>
          <a:xfrm>
            <a:off x="6417125" y="780948"/>
            <a:ext cx="1983250" cy="128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7124" y="3707208"/>
            <a:ext cx="1983250" cy="132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6525" y="2322700"/>
            <a:ext cx="2004426" cy="1127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